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QNTgCMncf3Wd6xUgMOwMAlBnv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Gill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62300370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862300370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2300370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862300370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62300370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862300370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bg>
      <p:bgPr>
        <a:solidFill>
          <a:schemeClr val="accen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9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4" name="Google Shape;54;p19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2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22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3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6" name="Google Shape;76;p23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8318763" y="4904716"/>
            <a:ext cx="2646352" cy="833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Gill Sans"/>
              <a:buChar char="-"/>
            </a:pPr>
            <a:r>
              <a:rPr lang="es-ES"/>
              <a:t>- Joaquín Rodríguez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Char char="-"/>
            </a:pPr>
            <a:r>
              <a:rPr lang="es-ES"/>
              <a:t>- Juan Badilla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2715475" y="2243850"/>
            <a:ext cx="6948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s-ES" sz="5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Proyecto “Tu Rumi”</a:t>
            </a:r>
            <a:endParaRPr b="1" i="0" sz="56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5408422" y="3198160"/>
            <a:ext cx="15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Capstone</a:t>
            </a:r>
            <a:endParaRPr b="1" i="0" sz="24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Logotipo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709" y="203484"/>
            <a:ext cx="3385998" cy="83327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1461564" y="5133870"/>
            <a:ext cx="2507813" cy="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rPr>
              <a:t>Aldo Alberto Martínez</a:t>
            </a:r>
            <a:endParaRPr b="0" i="0" sz="2000" u="none" cap="none" strike="noStrike">
              <a:solidFill>
                <a:srgbClr val="FEFEF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125698" y="722524"/>
            <a:ext cx="19406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Índice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2231136" y="1778745"/>
            <a:ext cx="7729800" cy="3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ES" sz="1600"/>
              <a:t>Contexto …………………………………………………………………………………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ES"/>
              <a:t>Metodología……………………………………………………………………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ES" sz="1600"/>
              <a:t>Plan de trabajo……………………………………………………………………………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ES" sz="1600"/>
              <a:t>Seguridad ….…..…………………………………………………………………………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ES" sz="1600"/>
              <a:t>Web socket ………………………………………………………………………………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ES" sz="1600"/>
              <a:t>Sistema de recomendación …..……………………………………………………………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ES" sz="1600"/>
              <a:t>Arquitectura ……………………………………………………………………………….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ES" sz="1600"/>
              <a:t>Conclusión .……………………………………………………………………………….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1420050" y="1964825"/>
            <a:ext cx="9351900" cy="4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1600" u="sng"/>
              <a:t>Problema:</a:t>
            </a:r>
            <a:endParaRPr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1600"/>
              <a:t>En las principales ciudades de Chile, los altos precios de arriendo dificultan el acceso a vivienda para jóvenes, estudiantes y profesionales. La única opción viable muchas veces es compartir vivienda, pero el proceso es complejo y poco seguro, ya que la búsqueda se realiza sin filtros de compatibilidad en redes sociales o portales genéricos.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1600" u="sng"/>
              <a:t>Solución propuesta:</a:t>
            </a:r>
            <a:endParaRPr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/>
              <a:t>Crear una aplicación similar a Tinder que conecte personas en busca de roommates según su compatibilidad. Habrá dos tipos de usuarios: quienes tienen un departamento y buscan compañero, y quienes necesitan un lugar donde vivir. La app permitirá filtrar por intereses, estilo de vida, presupuesto y preferencias de convivencia, facilitando una búsqueda rápida, segura y con mayor afinidad entre usuarios.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12" name="Google Shape;112;p3"/>
          <p:cNvSpPr txBox="1"/>
          <p:nvPr/>
        </p:nvSpPr>
        <p:spPr>
          <a:xfrm>
            <a:off x="4626599" y="792575"/>
            <a:ext cx="293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Contexto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420050" y="2643613"/>
            <a:ext cx="9351900" cy="279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ES" sz="1600"/>
              <a:t>El trabajo se gestionará mediante un tablero KanBan en Jira, donde se mostrarán las siguientes etapas: Por hacer (To Do) En progreso, y completado. Para efectos de planificación general, el proyecto se estructurará en 5 fases generales dentro de las 18 semanas totales. Estas fases no representan sprints, sino hitos de avance que orientan la evolución del proyecto: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ES" sz="1600"/>
              <a:t>- Fase 1: Definición y planificación del proyecto (Semanas 1-3)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ES" sz="1600"/>
              <a:t>- Fase 2: Desarrollo de funcionalidades principales (Semanas 4-9)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ES" sz="1600"/>
              <a:t>- Fase 3: Desarrollo de funcionalidades complementarias y mejoras (Semanas 10-13)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ES" sz="1600"/>
              <a:t>- Fase 4: Pruebas (Semanas 14-15)</a:t>
            </a:r>
            <a:endParaRPr sz="1600"/>
          </a:p>
          <a:p>
            <a:pPr indent="0" lvl="0" marL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ES" sz="1600"/>
              <a:t>- Fase 5: Validación final y entrega (Semanas 16-18)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4199438" y="724675"/>
            <a:ext cx="3793124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Metodología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3796559" y="837842"/>
            <a:ext cx="4598882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Plan de trabajo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Aplicación&#10;&#10;El contenido generado por IA puede ser incorrecto.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411" y="1668798"/>
            <a:ext cx="5277764" cy="4816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497" y="1668798"/>
            <a:ext cx="4949800" cy="481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623003705_0_7"/>
          <p:cNvSpPr txBox="1"/>
          <p:nvPr/>
        </p:nvSpPr>
        <p:spPr>
          <a:xfrm>
            <a:off x="4566049" y="776047"/>
            <a:ext cx="3059899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Seguridad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g38623003705_0_7"/>
          <p:cNvSpPr txBox="1"/>
          <p:nvPr/>
        </p:nvSpPr>
        <p:spPr>
          <a:xfrm>
            <a:off x="1658532" y="2105399"/>
            <a:ext cx="7295345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 ISO/IEC 27001: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- Evaluación y gestión de riesgos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- Políticas de seguridad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- Controles de acceso estrictos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- Cifrado y protección de datos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- Gestión de proveedores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- Auditorías internas y revisión continua (ciclo PDCA)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b="0" i="0" lang="es-E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ISO/IEC 27018 (Protección de información personal en nubes publicas):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- Limitación de uso de datos personales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- Transparencia del procesamiento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- Control del cliente sobre sus datos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- Procesamiento seguro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- Requisitos estrictos para subprocesadores (proveedores externos)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 OWAPS ASVS (Application Security Verification Standard)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1498800" y="1880000"/>
            <a:ext cx="9194400" cy="4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4269791" y="766993"/>
            <a:ext cx="3652418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Web socket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magen que contiene objeto, reloj&#10;&#10;El contenido generado por IA puede ser incorrecto.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900" y="2372007"/>
            <a:ext cx="3018199" cy="301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23003705_0_12"/>
          <p:cNvSpPr txBox="1"/>
          <p:nvPr/>
        </p:nvSpPr>
        <p:spPr>
          <a:xfrm>
            <a:off x="1712938" y="892572"/>
            <a:ext cx="800143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Sistema de recomendación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magen que contiene Texto&#10;&#10;El contenido generado por IA puede ser incorrecto." id="144" name="Google Shape;144;g38623003705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1659" y="2934409"/>
            <a:ext cx="7103988" cy="179055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8623003705_0_12"/>
          <p:cNvSpPr txBox="1"/>
          <p:nvPr/>
        </p:nvSpPr>
        <p:spPr>
          <a:xfrm>
            <a:off x="615960" y="2098156"/>
            <a:ext cx="2760983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Similitud del coseno: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623003705_0_16"/>
          <p:cNvSpPr txBox="1"/>
          <p:nvPr/>
        </p:nvSpPr>
        <p:spPr>
          <a:xfrm>
            <a:off x="4062427" y="256934"/>
            <a:ext cx="4067145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Arquitectura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Aplicación&#10;&#10;El contenido generado por IA puede ser incorrecto." id="151" name="Google Shape;151;g3862300370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4569" y="1087890"/>
            <a:ext cx="6779653" cy="5607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/>
        </p:nvSpPr>
        <p:spPr>
          <a:xfrm>
            <a:off x="2224050" y="3013500"/>
            <a:ext cx="7743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Aplicación en tiempo real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/>
        </p:nvSpPr>
        <p:spPr>
          <a:xfrm>
            <a:off x="2892545" y="822111"/>
            <a:ext cx="64069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Conclusión</a:t>
            </a:r>
            <a:endParaRPr b="1" i="0" sz="4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1744499" y="2316300"/>
            <a:ext cx="8703000" cy="22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En esta tercera entrega del Proyecto APT cumplimos exitosamente todos los plazos que nos habíamos propuesto y alcanzamos una versión completamente funcional de la aplicación. El desarrollo avanzó de manera ordenada y consistente, demostrando una buena planificación y ejecución durante todo el proceso. Si bien el funcionamiento general ya está logrado, solo quedan por mejorar algunos detalles estéticos y pequeños ajustes visuales para perfeccionar la experiencia del usuario. En conjunto, esta entrega refleja un progreso sólido y un compromiso constante con los objetivos planteados desde el inicio.</a:t>
            </a:r>
            <a:endParaRPr b="0" i="0" sz="16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2025-09-01T00:18:04Z</dcterms:created>
  <dc:creator>JUAN . BADILLA MORALES</dc:creator>
</cp:coreProperties>
</file>